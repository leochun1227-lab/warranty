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270efdda1bb41c9" Type="http://schemas.openxmlformats.org/package/2006/relationships/metadata/core-properties" Target="docProps/core.xml"/><Relationship Id="R725b61d6411e4141" Type="http://schemas.openxmlformats.org/officeDocument/2006/relationships/extended-properties" Target="docProps/app.xml"/><Relationship Id="Rf9341ec103dd42e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8fec8af0c64bfb"/>
  </p:sldMasterIdLst>
  <p:notesMasterIdLst>
    <p:notesMasterId xmlns:r="http://schemas.openxmlformats.org/officeDocument/2006/relationships" r:id="Rd6a8504da9a340cb"/>
  </p:notesMasterIdLst>
  <p:sldIdLst>
    <p:sldId xmlns:r="http://schemas.openxmlformats.org/officeDocument/2006/relationships" id="256" r:id="R8e24e8cd52664bb2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8ca9fd151df4dce" Type="http://schemas.openxmlformats.org/officeDocument/2006/relationships/theme" Target="theme/theme1.xml"/><Relationship Id="R58527e616b1c4eab" Type="http://schemas.openxmlformats.org/officeDocument/2006/relationships/presProps" Target="presProps.xml"/><Relationship Id="R638fec8af0c64bfb" Type="http://schemas.openxmlformats.org/officeDocument/2006/relationships/slideMaster" Target="slideMasters/slideMaster1.xml"/><Relationship Id="R8e24e8cd52664bb2" Type="http://schemas.openxmlformats.org/officeDocument/2006/relationships/slide" Target="slides/slide1.xml"/><Relationship Id="Ra72e2d2dacd44674" Type="http://schemas.openxmlformats.org/officeDocument/2006/relationships/tableStyles" Target="tableStyles.xml"/><Relationship Id="Rd6a8504da9a340cb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3e7fe59ec4b046c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a19be33dddb4729" Type="http://schemas.openxmlformats.org/officeDocument/2006/relationships/slide" Target="../slides/slide1.xml"/><Relationship Id="R3539a31c1aa14bd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421147414b5457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a8125aceb3940db" Type="http://schemas.openxmlformats.org/officeDocument/2006/relationships/theme" Target="theme/theme2.xml"/><Relationship Id="R86f723dd4038498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723dd403849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1096fcb66b8479f" Type="http://schemas.openxmlformats.org/officeDocument/2006/relationships/chart" Target="charts/chart1.xml"/><Relationship Id="R86eb2f2eeda54c01" Type="http://schemas.openxmlformats.org/officeDocument/2006/relationships/notesSlide" Target="../notesSlides/notesSlide1.xml"/><Relationship Id="Rc1a53c79c30e4608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C4C item rows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514</c:v>
              </c:pt>
              <c:pt idx="1">
                <c:v>342</c:v>
              </c:pt>
              <c:pt idx="2">
                <c:v>993</c:v>
              </c:pt>
              <c:pt idx="3">
                <c:v>1239</c:v>
              </c:pt>
              <c:pt idx="4">
                <c:v>459</c:v>
              </c:pt>
              <c:pt idx="5">
                <c:v>674</c:v>
              </c:pt>
              <c:pt idx="6">
                <c:v>728</c:v>
              </c:pt>
              <c:pt idx="7">
                <c:v>759</c:v>
              </c:pt>
              <c:pt idx="8">
                <c:v>1090</c:v>
              </c:pt>
              <c:pt idx="9">
                <c:v>1539</c:v>
              </c:pt>
              <c:pt idx="10">
                <c:v>1473</c:v>
              </c:pt>
              <c:pt idx="11">
                <c:v>812</c:v>
              </c:pt>
            </c:numLit>
          </c:val>
        </c:ser>
        <c:ser>
          <c:idx val="1"/>
          <c:order val="1"/>
          <c:tx>
            <c:v>Tickets</c:v>
          </c:tx>
          <c:spPr>
            <a:solidFill xmlns:a="http://schemas.openxmlformats.org/drawingml/2006/main">
              <a:srgbClr val="6DCBF4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374</c:v>
              </c:pt>
              <c:pt idx="1">
                <c:v>315</c:v>
              </c:pt>
              <c:pt idx="2">
                <c:v>883</c:v>
              </c:pt>
              <c:pt idx="3">
                <c:v>707</c:v>
              </c:pt>
              <c:pt idx="4">
                <c:v>346</c:v>
              </c:pt>
              <c:pt idx="5">
                <c:v>649</c:v>
              </c:pt>
              <c:pt idx="6">
                <c:v>572</c:v>
              </c:pt>
              <c:pt idx="7">
                <c:v>542</c:v>
              </c:pt>
              <c:pt idx="8">
                <c:v>809</c:v>
              </c:pt>
              <c:pt idx="9">
                <c:v>833</c:v>
              </c:pt>
              <c:pt idx="10">
                <c:v>767</c:v>
              </c:pt>
              <c:pt idx="11">
                <c:v>517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36A0ED2-4CC5-4AAB-AC5D-6C79FD29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SAP invoice date basis | 2025-09-01 to 2026-08-20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11C907-775B-4D60-9570-FC137325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C4C item rows peaked in the latest invoice months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B3A0D15-FEB6-4ECC-A7EF-98465B9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743"/>
                </a:solidFill>
              </a:defRPr>
            </a:pPr>
            <a:r>
              <a:rPr sz="1500">
                <a:solidFill>
                  <a:srgbClr val="303743"/>
                </a:solidFill>
              </a:rPr>
              <a:t>Each ticket is allocated to the month of its latest SAP EKBE invoice posting date; the line tracks how many C4C item rows sit under those tickets.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2EEBC12-BB81-409A-BB6C-5A1836A3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447800" y="3790950"/>
          <a:ext xmlns:a="http://schemas.openxmlformats.org/drawingml/2006/main" cx="733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096fcb66b8479f"/>
          </a:graphicData>
        </a:graphic>
      </p:graphicFrame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A52F9F5-BBBA-46C3-A635-29D87B9A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Total item rows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65280703-D46F-4983-A178-6BE73722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10,622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9ABA05A-BCD9-4FEA-AD94-36A97EC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Tickets invoiced</a:t>
            </a:r>
          </a:p>
        </p:txBody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42453093-05C2-481C-B30B-0CFD7D9C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7,314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7581EFC-B96E-4A27-9ECE-6864220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57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Peak month</a:t>
            </a:r>
          </a:p>
        </p:txBody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651BE355-1465-4A8C-95CD-8D7DD41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24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2026-06 (1,539)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2FA0DB2-C48F-4D7C-B4BA-6E4CBA3B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056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  <a:r>
              <a:rPr sz="975">
                <a:solidFill>
                  <a:srgbClr val="5B6472"/>
                </a:solidFill>
              </a:rPr>
              <a:t>Source: C4C parts_classified.csv joined to SAP HANA EKBE invoice rows by ticket number parsed from SAP PO short text.</a:t>
            </a:r>
          </a:p>
        </p:txBody>
      </p:sp>
    </p:spTree>
    <p:extLst>
      <p:ext uri="{BB962C8B-B14F-4D97-AF65-F5344CB8AC3E}">
        <p14:creationId xmlns:p14="http://schemas.microsoft.com/office/powerpoint/2010/main" val="1427110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2026-08-20T01:18:02.4540000Z</dcterms:created>
  <dcterms:modified xsi:type="dcterms:W3CDTF">2026-08-20T01:18:02.4540000Z</dcterms:modified>
</coreProperties>
</file>