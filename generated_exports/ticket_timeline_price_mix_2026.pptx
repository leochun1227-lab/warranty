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9de704ce824757" /><Relationship Type="http://schemas.openxmlformats.org/officeDocument/2006/relationships/extended-properties" Target="/docProps/app.xml" Id="Ra8af3733a760483a" /><Relationship Type="http://schemas.openxmlformats.org/officeDocument/2006/relationships/officeDocument" Target="/ppt/presentation.xml" Id="R01f64b47ee5744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3397cb41244906"/>
  </p:sldMasterIdLst>
  <p:notesMasterIdLst>
    <p:notesMasterId xmlns:r="http://schemas.openxmlformats.org/officeDocument/2006/relationships" r:id="Rd71663c148c44835"/>
  </p:notesMasterIdLst>
  <p:sldIdLst>
    <p:sldId xmlns:r="http://schemas.openxmlformats.org/officeDocument/2006/relationships" id="256" r:id="Rd6f79cc7c0234a6e"/>
    <p:sldId xmlns:r="http://schemas.openxmlformats.org/officeDocument/2006/relationships" id="257" r:id="R2a4b4cc5894740f1"/>
    <p:sldId xmlns:r="http://schemas.openxmlformats.org/officeDocument/2006/relationships" id="258" r:id="R2925816fb0d74a81"/>
    <p:sldId xmlns:r="http://schemas.openxmlformats.org/officeDocument/2006/relationships" id="259" r:id="R69a938a63c464db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85c7d42ea14650" /><Relationship Type="http://schemas.openxmlformats.org/officeDocument/2006/relationships/slideMaster" Target="/ppt/slideMasters/slideMaster1.xml" Id="Rc93397cb41244906" /><Relationship Type="http://schemas.openxmlformats.org/officeDocument/2006/relationships/notesMaster" Target="/ppt/notesMasters/notesMaster1.xml" Id="Rd71663c148c44835" /><Relationship Type="http://schemas.openxmlformats.org/officeDocument/2006/relationships/presProps" Target="/ppt/presProps.xml" Id="R4c0793ab0e114a67" /><Relationship Type="http://schemas.openxmlformats.org/officeDocument/2006/relationships/tableStyles" Target="/ppt/tableStyles.xml" Id="Raf65f6d88f624c7b" /><Relationship Type="http://schemas.openxmlformats.org/officeDocument/2006/relationships/slide" Target="/ppt/slides/slide1.xml" Id="Rd6f79cc7c0234a6e" /><Relationship Type="http://schemas.openxmlformats.org/officeDocument/2006/relationships/slide" Target="/ppt/slides/slide2.xml" Id="R2a4b4cc5894740f1" /><Relationship Type="http://schemas.openxmlformats.org/officeDocument/2006/relationships/slide" Target="/ppt/slides/slide3.xml" Id="R2925816fb0d74a81" /><Relationship Type="http://schemas.openxmlformats.org/officeDocument/2006/relationships/slide" Target="/ppt/slides/slide4.xml" Id="R69a938a63c464d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4bd114209541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da8bd8fc784d19" /><Relationship Type="http://schemas.openxmlformats.org/officeDocument/2006/relationships/notesMaster" Target="/ppt/notesMasters/notesMaster1.xml" Id="Rf7a1c1f10f2e42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5fa685385b456b" /><Relationship Type="http://schemas.openxmlformats.org/officeDocument/2006/relationships/notesMaster" Target="/ppt/notesMasters/notesMaster1.xml" Id="Raa00d9facfea47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946b35f3914d9a" /><Relationship Type="http://schemas.openxmlformats.org/officeDocument/2006/relationships/notesMaster" Target="/ppt/notesMasters/notesMaster1.xml" Id="Ra84af103d93a4e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ea044f81fc4180" /><Relationship Type="http://schemas.openxmlformats.org/officeDocument/2006/relationships/notesMaster" Target="/ppt/notesMasters/notesMaster1.xml" Id="Rfb9af48a241e45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a8f5e1455e47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7ff2d0f5464e21" /><Relationship Type="http://schemas.openxmlformats.org/officeDocument/2006/relationships/slideLayout" Target="/ppt/slideLayouts/slideLayout1.xml" Id="R46a181c54a6641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a181c54a6641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9c8a86d584323" /><Relationship Type="http://schemas.openxmlformats.org/officeDocument/2006/relationships/notesSlide" Target="/ppt/notesSlides/notesSlide1.xml" Id="R819e23b38c2b42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79f8c284d495b" /><Relationship Type="http://schemas.openxmlformats.org/officeDocument/2006/relationships/chart" Target="/ppt/slides/charts/chart1.xml" Id="Rb529e158950b4ad5" /><Relationship Type="http://schemas.openxmlformats.org/officeDocument/2006/relationships/chart" Target="/ppt/slides/charts/chart2.xml" Id="R87cd4e82542949fc" /><Relationship Type="http://schemas.openxmlformats.org/officeDocument/2006/relationships/chart" Target="/ppt/slides/charts/chart3.xml" Id="R7aae8a0ae3674be0" /><Relationship Type="http://schemas.openxmlformats.org/officeDocument/2006/relationships/chart" Target="/ppt/slides/charts/chart4.xml" Id="R41e97094a8a545fe" /><Relationship Type="http://schemas.openxmlformats.org/officeDocument/2006/relationships/notesSlide" Target="/ppt/notesSlides/notesSlide2.xml" Id="R0e41abb0f6604d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e84a6ea9d471a" /><Relationship Type="http://schemas.openxmlformats.org/officeDocument/2006/relationships/chart" Target="/ppt/slides/charts/chart5.xml" Id="R1cdc820cd1e0438e" /><Relationship Type="http://schemas.openxmlformats.org/officeDocument/2006/relationships/chart" Target="/ppt/slides/charts/chart6.xml" Id="R215d745811014de6" /><Relationship Type="http://schemas.openxmlformats.org/officeDocument/2006/relationships/chart" Target="/ppt/slides/charts/chart7.xml" Id="R4b7852b342ac4e29" /><Relationship Type="http://schemas.openxmlformats.org/officeDocument/2006/relationships/chart" Target="/ppt/slides/charts/chart8.xml" Id="R7c6126e6200749a4" /><Relationship Type="http://schemas.openxmlformats.org/officeDocument/2006/relationships/notesSlide" Target="/ppt/notesSlides/notesSlide3.xml" Id="R5600368632b648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f75e066f64b8f" /><Relationship Type="http://schemas.openxmlformats.org/officeDocument/2006/relationships/chart" Target="/ppt/slides/charts/chart9.xml" Id="R451833be5b7d4138" /><Relationship Type="http://schemas.openxmlformats.org/officeDocument/2006/relationships/chart" Target="/ppt/slides/charts/chart10.xml" Id="Rc66cdc2a910f4d23" /><Relationship Type="http://schemas.openxmlformats.org/officeDocument/2006/relationships/chart" Target="/ppt/slides/charts/chart11.xml" Id="R601f4180664341aa" /><Relationship Type="http://schemas.openxmlformats.org/officeDocument/2006/relationships/chart" Target="/ppt/slides/charts/chart12.xml" Id="Re9f74e7e5850413d" /><Relationship Type="http://schemas.openxmlformats.org/officeDocument/2006/relationships/notesSlide" Target="/ppt/notesSlides/notesSlide4.xml" Id="R4df49356cb604016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1229</c:v>
              </c:pt>
              <c:pt idx="1">
                <c:v>364</c:v>
              </c:pt>
              <c:pt idx="2">
                <c:v>238</c:v>
              </c:pt>
              <c:pt idx="3">
                <c:v>219</c:v>
              </c:pt>
              <c:pt idx="4">
                <c:v>429</c:v>
              </c:pt>
              <c:pt idx="5">
                <c:v>330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718</c:v>
              </c:pt>
              <c:pt idx="1">
                <c:v>238</c:v>
              </c:pt>
              <c:pt idx="2">
                <c:v>150</c:v>
              </c:pt>
              <c:pt idx="3">
                <c:v>143</c:v>
              </c:pt>
              <c:pt idx="4">
                <c:v>291</c:v>
              </c:pt>
              <c:pt idx="5">
                <c:v>274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3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78</c:v>
              </c:pt>
              <c:pt idx="1">
                <c:v>22</c:v>
              </c:pt>
              <c:pt idx="2">
                <c:v>9</c:v>
              </c:pt>
              <c:pt idx="3">
                <c:v>13</c:v>
              </c:pt>
              <c:pt idx="4">
                <c:v>35</c:v>
              </c:pt>
              <c:pt idx="5">
                <c:v>52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4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3</c:v>
              </c:pt>
              <c:pt idx="1">
                <c:v>2</c:v>
              </c:pt>
              <c:pt idx="2">
                <c:v>2</c:v>
              </c:pt>
              <c:pt idx="3">
                <c:v>0</c:v>
              </c:pt>
              <c:pt idx="4">
                <c:v>2</c:v>
              </c:pt>
              <c:pt idx="5">
                <c:v>11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5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457</c:v>
              </c:pt>
              <c:pt idx="1">
                <c:v>608</c:v>
              </c:pt>
              <c:pt idx="2">
                <c:v>283</c:v>
              </c:pt>
              <c:pt idx="3">
                <c:v>140</c:v>
              </c:pt>
              <c:pt idx="4">
                <c:v>209</c:v>
              </c:pt>
              <c:pt idx="5">
                <c:v>70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6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207</c:v>
              </c:pt>
              <c:pt idx="1">
                <c:v>352</c:v>
              </c:pt>
              <c:pt idx="2">
                <c:v>216</c:v>
              </c:pt>
              <c:pt idx="3">
                <c:v>164</c:v>
              </c:pt>
              <c:pt idx="4">
                <c:v>273</c:v>
              </c:pt>
              <c:pt idx="5">
                <c:v>107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7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8</c:v>
              </c:pt>
              <c:pt idx="1">
                <c:v>24</c:v>
              </c:pt>
              <c:pt idx="2">
                <c:v>17</c:v>
              </c:pt>
              <c:pt idx="3">
                <c:v>8</c:v>
              </c:pt>
              <c:pt idx="4">
                <c:v>20</c:v>
              </c:pt>
              <c:pt idx="5">
                <c:v>4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8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3</c:v>
              </c:pt>
              <c:pt idx="1">
                <c:v>3</c:v>
              </c:pt>
              <c:pt idx="2">
                <c:v>2</c:v>
              </c:pt>
              <c:pt idx="3">
                <c:v>1</c:v>
              </c:pt>
              <c:pt idx="4">
                <c:v>2</c:v>
              </c:pt>
              <c:pt idx="5">
                <c:v>1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9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117</c:v>
              </c:pt>
              <c:pt idx="1">
                <c:v>102</c:v>
              </c:pt>
              <c:pt idx="2">
                <c:v>66</c:v>
              </c:pt>
              <c:pt idx="3">
                <c:v>53</c:v>
              </c:pt>
              <c:pt idx="4">
                <c:v>132</c:v>
              </c:pt>
              <c:pt idx="5">
                <c:v>90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0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45</c:v>
              </c:pt>
              <c:pt idx="1">
                <c:v>51</c:v>
              </c:pt>
              <c:pt idx="2">
                <c:v>53</c:v>
              </c:pt>
              <c:pt idx="3">
                <c:v>41</c:v>
              </c:pt>
              <c:pt idx="4">
                <c:v>110</c:v>
              </c:pt>
              <c:pt idx="5">
                <c:v>63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2</c:v>
              </c:pt>
              <c:pt idx="2">
                <c:v>1</c:v>
              </c:pt>
              <c:pt idx="3">
                <c:v>2</c:v>
              </c:pt>
              <c:pt idx="4">
                <c:v>3</c:v>
              </c:pt>
              <c:pt idx="5">
                <c:v>2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1</c:v>
              </c:pt>
              <c:pt idx="4">
                <c:v>1</c:v>
              </c:pt>
              <c:pt idx="5">
                <c:v>0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99D3F-8A58-44D0-884B-3F9ADA79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B88AC-6860-40DB-8470-8FA7191F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Price mix shows how ticket value relates to handling duration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16271-981D-4531-AC23-5C08C78B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Each stage groups completed tickets by claim value, then shows the percentage of those tickets completed in each duration bucket.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6BE241-14C5-43EE-9E95-CC8B8469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BEA8B-15EC-4655-B857-85DFEAD8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Warranty Approval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292AA-69B2-41F2-A6CD-AEE9FC98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4,852 priced tickets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B42F9-53DE-4F8C-BF58-11A1A060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24.6 days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4012D-F0E3-4E33-80F3-0E076522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25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58E08A-403D-4F9A-BF4A-06C1560B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3E88B-9DCE-4912-BE45-13479E79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Parts Preparation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97B8A-35CA-4F15-9D55-5526B2CD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3,179 priced 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8EE74-F8B4-4452-9B4F-0D3D8BF2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21.0 days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25D14-F9B7-4B41-9FA1-D1D2388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21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02D0FD-2429-4312-96C3-A9030B54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8A18D9-0D9E-4959-8E82-D4D7F6C4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Repairer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903BB2-C806-42C2-9BBC-863A7641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941 priced tickets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1BCD2-AF17-43E5-A42B-74A0CDB1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32.5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05E74F-5062-453E-91D9-9323932F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33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FD5A03-3C7A-42D7-B7A5-BC598BAE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002873-5164-45AC-9FB7-C2E111CA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58A105-1C50-4CC7-BE3F-B7DE7D48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44354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984A6D77-A69B-441B-844D-0970BD4F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7E1852-FEA2-4344-BE8C-E83BB2E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Warranty Approval: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9D6A9-69A3-43FF-AA31-3D1E2447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4,852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5A6ABC-7661-4B30-B7E4-A2C8778F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CFC7B9-1235-483E-A796-0E314439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43DE8C-124B-4161-873D-4988B88A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2,809 tickets  /  avg 22.9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29e158950b4ad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F8C6F-73D8-4520-98CC-42085F57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91B34-5B8E-4275-90C5-3A14032A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778CF-4621-4025-ADC6-93F7D0BD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1,229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35FC6-7C93-4DE5-A1AC-4CE4656C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43.8%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46F30-56AA-439C-804A-DCC7CAF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FA1999-05BA-412B-B35A-225F8EB7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4D3EB-7202-4B64-956B-72A04B94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364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E7DCB1-F31F-40DB-9139-0C91F2E7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13.0%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12D7C-1072-4937-88A2-2E2A534D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3C2DAF-C7A7-4B5D-99BB-A365D734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3D4876-CF7D-44FE-8C68-23B1F93A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238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5D2207-2996-4BF7-A189-E61CA624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5588ED-3922-4B5C-B436-3F510125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8D672A-897B-4E1A-AFE7-4EE7E1D0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DD194D-0502-44B7-9F6E-0E1469FB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219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E6EF10-8A6C-41C4-8332-83D9CBC5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3A82D6-AB78-4642-A66D-9DEEDFD9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9CC6F6-E48B-4279-9C6A-E7C77635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92B573-D5EA-479D-B199-87BC7FD0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429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83E9C9-A295-4ED8-BF6A-D229ED9B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15.3%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ACBB15-7D41-42A6-8145-896F7851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895173-583E-4D1E-8FF2-A5783D0D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234C28-DC25-4A16-8EE4-28A81B6E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330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C8E034-6EF9-45AF-90BA-085D49CE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11.7%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E3FF7E-0ACB-4490-8472-144C5513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E7AA2F-D620-464B-A370-14B5C09E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D0054E-6F90-4426-A4C9-91FC3715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1,814 tickets  /  avg 27.4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7cd4e82542949fc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10220C-B2C6-4762-98E3-46D705E5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C7D9A2-8A31-4A1C-92C9-E52A65F2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7756AE-D6CA-4C3A-8B81-330D4B82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718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98BD15-1FB6-4F64-B2E6-46728155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39.6%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8D6DAF-1D99-421F-9B54-DFDD0C03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FDDEC3-691F-4C9F-9F7C-5528416E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726397-3972-4383-9C81-8CA937AB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238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5960AC-7A16-4F5F-AB1A-C35A1B7A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13.1%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3EC987-C8A7-4099-95CF-1B3E054F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916F32-62FB-4506-8074-218E3399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D5C1CE-1362-44CB-AEB3-90CB92E3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150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061A18-9C5D-486C-AB9E-955E88C2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A62820-3256-44F7-ACB4-248055EC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AD937F-674C-4E69-B3ED-0FCACFC1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6D713C-1FA3-4A1D-B004-F93D8059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143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410038-F7D9-4EE0-BB39-5A3E6D51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04AF4F-33C9-4DDF-9834-20645FF2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0CCACAB-C33F-40DF-A4AB-8E94C3DB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4C034F3-65FD-4FCE-985E-C4D90282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291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DD5D6E8-6BEA-4C4F-9B80-C2EE7F95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54FF6FD-B992-4FA8-8D75-99347F85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CFEE887-F926-4C94-9328-82EF3FD5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79093D6-E3E1-43A5-AA15-01969E49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274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B432CE6-6029-4E9E-BC4D-F60425C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15.1%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A7C7152-2C5C-417D-A790-E7DB27F8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339A8D5-24A2-41A8-8B2D-C97F44DB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7FB0276-4D74-424A-AB6C-136FA748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209 tickets  /  avg 36.9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ae8a0ae3674be0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7A6D00B-E15E-4F77-B8A4-53E27275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86FCE77-1C09-4ADC-BA34-937B926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DB6ADFF-1819-4C68-B339-D53547A5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78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8471F0E-A71A-442F-9E2A-278D2B8A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37.3%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9346820-8F4C-4B34-AC5F-023E9BC7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C46E0D4-C3BA-4276-9B9D-DEF2F188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C7B68F-EAD2-41F4-AAF7-1CB8961B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22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9C465BA-2BDD-4382-AA02-07E11533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66153F6-4AD0-4F6E-8D62-2D65995E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FB76586-D6CE-4D69-8085-F92A05D3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367010D-134B-4D09-9180-9951AD79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1F0BEDD-44BF-450C-B5E7-9F54C1A7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60C1EAF-54A4-4D01-B022-CB99184D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B2B95BC-71F5-4648-953D-66227119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59DC4AA-9E92-43E8-A4EF-4A8C6B37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F145F19-F2DA-4575-82DE-9EF5D397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6.2%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F874483-F224-4F40-9FBD-322CF1F4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142FE1F-063B-49D2-A074-973BA555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9667427-06AF-4473-BAE9-C8B10507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C0FBB3A-FD02-4BEB-9DB1-ADE795F8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FC58E6D-56AF-4954-BA3A-2F5D4563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FD80E99-BCAE-4CAD-B4C6-0280446C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F72DDDB-587B-4D04-ABD7-CB7A72F9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52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6DC1277-157D-4BF1-ADB1-13BFFDE6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24.9%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64B386F-79BA-494C-B3F2-9F57ECEB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5CA236A-B7E3-46FD-B851-075CDCE0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5350985-7394-4761-B6A8-3D5733FD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20 tickets  /  avg 69.5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e97094a8a545fe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5E9690F-5791-4755-A231-C8FC1567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3714C48-7DC3-4B00-9378-19185AEE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B766083-4871-4789-9822-F7C5BFCB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ABCB982-344F-460E-A2AA-93D73BE7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E16C971-AD5D-4301-8704-C35A714F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DB7DEB6-0433-407E-AD57-B3F6B445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1A66EF0-BE51-44D4-9240-D2C5D863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A918DD9-8F1B-4354-BE63-4A5DC6C4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10.0%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B8A7A1C-FCFA-43D1-BA06-B97CD5A0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414CEDD-AE22-43B3-BE41-70D45D80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1EB20CB-F94C-4C4F-97FE-56077660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B571428-BC3A-4F24-95BF-23826F0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10.0%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5C88F00-DAD8-4A81-A67C-B33CB222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F4D045D-1440-44D1-9E32-9C094AE2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1D308BB-35FF-4F38-969C-C1B70923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3373C83-FCA1-4F4B-A8DC-83B816DB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CE80289-51A7-463C-8698-F315362A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8317A5D-E791-4F09-B676-B723A2D7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4FA3B98-6F59-458A-A038-0CCF2D92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6233F5D-178C-4C3B-8320-3087BAF6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10.0%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EB1EF9C-7F44-430D-A8B2-B19E28BC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EEA44A6-C791-4875-BBFA-F89D8D93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D6CC4CE-B221-42D7-B506-7FF39C34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C5E4BE1-8536-4D9F-90C6-75E368B5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55.0%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ECAC4D0-987F-4573-96FC-98E3E94E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Approval speed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3F67ABE-B6EC-4DB4-BAFE-72F2105A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A594026-E88C-4A41-94A0-B7C11B4D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3A266FE-2657-4399-922E-1F9E76D9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623026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C60688-BDCA-4805-B09C-4F213529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28F56-7A83-4562-B69E-260867DE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Parts Preparation: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02CBC4-DC25-4FD5-847E-1EFC5F09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3,179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3C16F-9F24-4B48-8663-D704A191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6C283-E637-4884-8D2C-8D1C6E93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D44AA-6FE3-4A86-A889-ED788438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1,767 tickets  /  avg 18.0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dc820cd1e0438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7C900E-8C29-4A08-B0FD-52D95649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23710-E75D-49B6-B8A1-10C8029C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03E26-021C-4487-9926-92D8049C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457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E39EBD-3879-484F-A874-5870C647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25.9%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D68A6-1E6F-4F46-89A0-5FD4F9F5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978B7-B042-4160-9B96-FD0DF14F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C5FF23-F745-4900-84F5-08871FBA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608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1A7F2-B7D5-42B5-A9EB-02AEF052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34.4%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554A9E-1FD6-4FFB-8AA9-A9D9CFC0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BDB6F5-5821-4EF8-BF89-20D37000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31212-C1F4-4CEB-8302-191D595B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283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0FDECD-20F6-4FF2-B8A3-85977851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536432-971F-4ECE-B1B6-3FD34374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B7E6B8-4DA3-4B96-8DB7-BD0B8016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9FE264-231B-4917-85B4-FB98434B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140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EEF14B-3875-4766-89E4-9568FA7A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7.9%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52D0E-3463-46EB-89DD-C920ACE5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9B7FAB-62CC-481F-8E01-A4381EC8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047CB0-630A-4A75-B35F-8F701C4D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209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7BDE9C-5253-4DE6-B2AF-65E2D64F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11.8%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E90F67-0F09-4C6D-B13F-F61C91FF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B30129-EA0E-4546-A131-F8A5BA9B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A3F77B-C633-4C51-B713-BCA7C879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70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70A410-B9CC-4E1A-8EC9-D72A85E4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4.0%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3E1588-A419-444C-891B-3FF2876F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8F2DA3-4AD2-4139-B63D-4D617073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5A1C87-D465-470F-A9BC-88AFB68A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1,319 tickets  /  avg 24.6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5d745811014de6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3AFCB5-A3BC-4C4D-9A82-96136470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432F75-EEA2-4411-AD13-DC2939DA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CD0455-675E-48BC-9FF5-76294C97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207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05791C-CF84-4F01-A781-6E12E758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15.7%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CC6604-50AE-43B3-ABF7-FD539809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2D2FC6-A412-43A2-A7C4-E6FA45B6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B93B87-8BDB-4978-A7C2-1C45C379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352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A0B9BD-3DC8-4171-BE45-5F9F8E29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26.7%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BEF55A9-F9B0-41DC-8A80-13A832AF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FA0B49-16B4-493B-AEF4-8ABA8A2B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311192-9DF5-4EBD-B713-00906A3E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216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13C4CC-DB05-435E-BF7B-E4282A97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16.4%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7EE615-8832-472E-9330-21CB8590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C0D649-5A4B-4B70-80BD-404F0E44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326C85-2ED0-49DE-8E07-E1FF1706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164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E4462A3-0477-4BB8-BB79-AEB184F6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12.4%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C316B8-544C-4341-B86A-DD5B5BDE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28A5D03-4845-48E1-867F-202A2E65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2295697-44D5-4568-86BB-1103B72C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273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F24CB4-8A3F-4D90-8CDF-B834486D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20.7%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5A0FF1A-73E5-45B7-AD8B-9C754AAE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00850E1-B36A-4961-A636-3AB11B15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54FC0B5-F2DA-4FEC-8B6E-89914473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107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47A9D26-2E91-4FE5-9CBA-836438BA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8.1%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87B1CC-A7EF-4AE5-A346-0693626A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15C5B3-075F-454C-8295-B385D0D9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8BB1554-78A7-49FF-B9C1-E35FEE50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81 tickets  /  avg 26.0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7852b342ac4e29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BD7A2A4-4E70-4C42-AE2E-9E1378EB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8C44FB-B789-4F7B-8715-E9897E69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8EC2D1-7168-414D-A6F8-418B3C26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8623285-CC50-4897-A91D-71A8E210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39CA2E4-3CCD-41E9-BFFF-D4C23C08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0216868-CCBB-4E66-86B8-4942D364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F0D4F1E-1E24-4A78-9A7A-952F3112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24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90E079D-6D89-444C-B3B5-ABC6E160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29.6%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7E7443A-9212-4D19-9BB1-2861EACC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A091701-FB08-4F59-868D-9912E4C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A89B044-6526-4B9C-8CEB-780770C9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1899820-1B11-4D35-B34A-08507E70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21.0%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0D6D007-0332-47C1-940E-E871E45E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861F2B9-8D60-4311-9B5D-AEB345E1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37798C2-6875-4A67-908D-22D1807A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FE33A7E-A9E9-490A-9DC8-D6272B87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9.9%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B31BAD6-E31F-4005-9323-C09D7FF1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78BE3A5-E453-4190-ABD7-CCAF67D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8B283B9-81D6-462D-9475-8DAE6017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F0E64F4-A3B7-4356-9299-F6D0167D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24.7%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2141BB3-BBB9-4B2C-AB62-78C6B1A4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CC7880B-01F1-483F-90BC-B9D0B032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71FB0EE-D696-4FFE-8786-D6E5660C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A8D1B71-BC39-451B-AAA9-5EC61C44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4.9%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336D04C-4559-450E-BCEA-FE2B0B42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68CC6BD-5526-40E8-A6CF-B3500449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F1C032E-6DA5-427E-9FDC-0E5BF23F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12 tickets  /  avg 30.1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6126e6200749a4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FA6FE8A-F089-41DE-BEF0-3F77DF23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1666D90-CDB6-463B-A576-15AFABE9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2B92485-EBDB-4AA1-A422-C20B0054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E965E17-61F1-4B86-B724-5939A6B9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25.0%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FBF1423-0449-4D3B-B3BC-8D010B00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89CBD59-A8A8-4830-883F-E47DA50E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0F7CF03-40D6-468D-AB26-FEE4ABA9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88D4FEE-4953-43BB-BEA3-9C14CED5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25.0%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DE60D8A-7520-46D9-8D9C-AF949449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03731F7-2D0F-47E9-A065-DC8D192B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1D37EDB-2D57-4BB5-8132-BD445149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4906AAB-7530-40F9-B67C-54F54B7F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16.7%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85E92DF-891B-4976-B821-81827359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8989A53-6257-4D81-9F9B-F3AFEC90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FD0C26A-1A69-4311-9F97-C25CA621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7B9C496-277F-4F65-BE9B-DAA33E32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8.3%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65648C1-665C-47D1-88D7-89F0AAE2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C8A89B9-8F08-4D30-A690-2FE25EA4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27FA619D-FF46-44FA-8E1D-BA19F904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9BDD55C-704F-4166-A33B-DE06B420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16.7%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FB8C2F2-7ECC-4104-9FDA-B2F03362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666E36D-806D-45F0-A784-2E590E99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18F13C5-1F47-4D2F-B89F-6677CC3C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6667698-5153-49AA-AFBE-A7BA76C8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8.3%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739E210-AF72-41C0-91EB-77571241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Parts preparation timing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49E9E96-4864-4512-B99A-C147C871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88156C6-31FD-4544-9D4D-34D47907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F8566BD-2ADF-497A-994D-51E47D13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507358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C66612A-5239-4962-BC92-10F33FC2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26BF9-A525-4B5A-9ACD-88F01BCA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Repairer Time: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B789F-3A22-4C22-86BC-2F23A739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941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55513-2779-4D4D-A835-7816FE5C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F6C6D-5273-45EB-84D6-305BDA1C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DF9C1-73E7-4486-BDA4-BC63223C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560 tickets  /  avg 31.5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1833be5b7d413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010F34-FFDB-41AF-915A-6E325066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08048B-AFBE-435B-B8B9-FB58372C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3E487-7569-4EFB-9868-4C8B7BA3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117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0DFD5-5A36-46EE-9732-FB556989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20.9%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7DBEB-51B2-42AD-B058-142939DB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240F0-76FA-4E2A-8D94-FA470DF5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A81E7-EA64-4F06-B383-07A0C945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102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80B2CE-5063-43CA-9FF7-A5F478EA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18.2%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BCEC1E-2603-4FA4-A4E0-08657CFE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F888D0-3326-4800-A1C2-2B9BB89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445534-CD80-401B-AEA8-03EFAE7D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66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2E4AE2-341D-4998-B3A1-B01EBE76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11.8%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A18D91-66E9-49F7-8E31-E20D8381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A0205-61D6-4818-973D-4B44045D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81EBF4-E6A1-4702-94A9-0D8296AE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53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F7B216-E0A2-4F9D-98CD-294D567F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7C466D-7B85-4CA3-BB40-30E90E57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7A151A-8603-45E5-A1CE-BE5BC199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F791E8-24CD-45F2-B151-B9E8315A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132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E9131-622A-4AD5-B687-FC74AB5B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23.6%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8858BA-09D0-4C0D-8D4E-328A6D7B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D2FE4-AA6F-4796-9665-E66AD35E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E1778D-84E6-4A80-B7B4-D88D5F3E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90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A95A23-C12B-451C-8215-A5BBC48C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16.1%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DA31ED-4BBE-423F-8144-5ADA5140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0B05B4-B5B1-47F6-ABBA-502CF297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A7721C-C3BD-438C-861A-725D2941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363 tickets  /  avg 34.5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6cdc2a910f4d23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85CF5D-A35E-4EEC-BA2D-0927967D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45F40C-888D-41E7-95DE-D6D3844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5A2BF6-0765-4004-A256-2E52550C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45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308D08-05FB-4327-8883-B648C3C6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12.4%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7D9B3A-3D68-44A1-9405-E44C5E5A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6A5DB4-9EA0-40E1-9488-765603E5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1C6FE2-2B51-41FD-8119-B45D13D2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51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9F9E25-E817-4C0C-9086-E06C4A2C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4D8CDDE-35B9-4B76-A495-9306757F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31FB5D-E364-453E-8E9B-E4EEE44F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FC7B3D-E827-4624-A1E1-06696CD5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53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BC17DF-DBCA-45B3-B4A4-0DA20D7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14.6%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7DBABE-99F3-4DC8-91BA-4C7B9241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F1FD8B-166D-41CA-8AD6-5E574EB1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D1E22F0-760E-49FB-AA70-72CFB489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41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F2076B-CB8F-4EA7-BDF5-446F20B7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11.3%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BE64A8E-9723-42C2-ACFD-CA670A6E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36DD146-C67C-462F-AB01-D7ED58F0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4209A4-5969-4381-B5F4-A397206E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110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DF9F9F2-7B46-48E3-AAEE-3C00C4EB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30.3%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2376211-2747-40DD-A8B4-875DF1E2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1D1310-8E25-4F31-834E-465F5B67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6F6B98D-906A-47EA-BE99-7CE37DBE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63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53E88D6-8748-4BAE-8737-B0F492E4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17.4%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0EC6501-F493-4D6D-82CF-5348A61F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3A7135-D527-429B-ACDB-FF43C05F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3FFFAEA-6594-4F5A-A011-F8CB3BE1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16 tickets  /  avg 25.1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1f4180664341aa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DA59EF5-6211-4E48-AA4C-3CE0E89A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BC0A5C4-E156-4E8E-9DC6-E764EE1A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C67B880-10B2-4026-9387-5059D474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AE98B29-AB04-4018-856F-A4D3320E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37.5%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59EDB3E-A11B-4C26-854A-B5D04C52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BB5EC44-8CE2-44B7-A457-C278FEB8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8C5A9A0-2FB4-4710-85BB-91160C18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CA33BC6-D55A-4590-9045-283C8E58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12.5%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5A4880-D14A-43FE-918E-9C54B1D4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F76F589-1427-4946-B182-8C24D0EA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B44CE7E-4D27-4BBD-90BE-970DD4B2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2615621-039E-4E84-9D20-3EFA04A8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6.2%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36F89BA-EFFC-4D09-AD8A-77F460A9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25106CC-D683-477A-ABAF-2AAC8AD4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A06BAA2-448B-4344-8D9F-E3327CF5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8B0956E-91BE-4B06-9D23-84F799DC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12.5%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A2ACA32-6380-4AA5-AD77-B2FDC62E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529674C-D9F5-4A31-A3C1-F895BF80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F5232C7-7DBC-450C-9351-B17FE8DF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5A05C26-5AAF-4B1E-BD9B-9EC8876F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18.8%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440D08F-8717-4627-A638-31274990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EBB3637-EF70-4D42-9950-7AAAEE3B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3F5C34B-9867-4CC5-B358-FAF7092C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08456A5-2666-46A6-8941-4170B40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12.5%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5C1F32C-052F-4548-95E6-50AA6AC1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F91B834-38DD-4C54-9EE7-208E2E44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B249932-6633-4F7B-AC71-2DF49FE4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 tickets  /  avg 29.5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f74e7e5850413d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950BD55-72FB-44F7-8B03-BC5DC7C5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6E1D71D-3DE1-4C0F-9EE6-F22AB729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A7CAA81-B87F-440D-8BA4-69031B50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35660B8-0853-426F-87B4-31D322D0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FAFCABB-3F0F-42A5-B245-C5EDC2A1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80A229A-9348-456B-BBFD-CFC6CC8D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72FFEE8-4B44-40E6-B20A-BB460212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A02F1F7-48F3-4DAE-8B4F-70212B90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947B0CD-2AE4-4AE0-BF7D-0126E05F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D562E36-BB1B-4C82-BEE3-DB2A1284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4EE539A-4813-4B42-89CF-54669D2C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86A7AAB-891B-464D-A95C-B0D76BA3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679E4BC-26B5-4313-A365-580E6899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F90F758-51CD-4435-A106-F8641C5B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1CE4E87-81A9-4D34-9D55-C276A55F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44C561B-38BF-448D-BEC4-9EB3219F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50.0%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80AE621-E44D-429D-B8DA-FDACB0F9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E9E498F-3F2D-4C32-BD77-1FE19987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74A67E6-DD74-4726-B839-72B586F5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E307E5A-12E5-43C0-8005-5E58828E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50.0%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02D050C-1575-4775-9E7D-20826769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A749155-2AC2-4C9C-AA60-2FCC6E5C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FA90191-B6F1-45BD-82CE-4ABEAAF0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93A99F5-310B-420A-8C1D-5F771B72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0741FC3-0E89-4605-8B60-04507656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Repairer timing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C434BCC-8940-492E-BC9A-9A3A6C3C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DA0F796-D4C6-40AE-A51D-6FB04B33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232E635-434D-4E18-BE69-75C45E0C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059304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2026-07-24T00:47:54.7870000Z</dcterms:created>
  <dcterms:modified xsi:type="dcterms:W3CDTF">2026-07-24T00:47:54.7870000Z</dcterms:modified>
</coreProperties>
</file>